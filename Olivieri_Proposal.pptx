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0"/>
    <p:restoredTop sz="94631"/>
  </p:normalViewPr>
  <p:slideViewPr>
    <p:cSldViewPr snapToGrid="0" snapToObjects="1">
      <p:cViewPr varScale="1">
        <p:scale>
          <a:sx n="102" d="100"/>
          <a:sy n="102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F3DC-D675-FF49-AEE3-080A8831F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926" y="175364"/>
            <a:ext cx="10444146" cy="1089765"/>
          </a:xfrm>
        </p:spPr>
        <p:txBody>
          <a:bodyPr/>
          <a:lstStyle/>
          <a:p>
            <a:pPr algn="ctr"/>
            <a:r>
              <a:rPr lang="en-US" sz="6000" dirty="0"/>
              <a:t>Analyzing Political Tweets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45264-8BCA-FC4A-B8EC-FA9CF3F7C056}"/>
              </a:ext>
            </a:extLst>
          </p:cNvPr>
          <p:cNvSpPr txBox="1"/>
          <p:nvPr/>
        </p:nvSpPr>
        <p:spPr>
          <a:xfrm>
            <a:off x="626302" y="1540702"/>
            <a:ext cx="112984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an exploratory exercise, this project attempts to gauge political activity by region or state based on tweets.</a:t>
            </a:r>
          </a:p>
          <a:p>
            <a:endParaRPr lang="en-US" dirty="0"/>
          </a:p>
          <a:p>
            <a:r>
              <a:rPr lang="en-US" dirty="0"/>
              <a:t>Polls from the 2016 presidential election were not very accurate. Most organizations which analyzed political polls predicted Hillary Clinton would win. </a:t>
            </a:r>
          </a:p>
          <a:p>
            <a:endParaRPr lang="en-US" dirty="0"/>
          </a:p>
          <a:p>
            <a:r>
              <a:rPr lang="en-US" dirty="0"/>
              <a:t>Afterward, political commentators said the polling, and analysis of those polls, missed one crucial element: “voter enthusiasm”. </a:t>
            </a:r>
          </a:p>
          <a:p>
            <a:endParaRPr lang="en-US" dirty="0"/>
          </a:p>
          <a:p>
            <a:r>
              <a:rPr lang="en-US" dirty="0"/>
              <a:t>As a supplement to traditional polling methods, this project will attempt to capture voter enthusiasm by data exploration, including total number of tweets, and sentiment analysis.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183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99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Analyzing Political Tweets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Political Tweets</dc:title>
  <dc:creator>Anthony Olivieri</dc:creator>
  <cp:lastModifiedBy>Anthony Olivieri</cp:lastModifiedBy>
  <cp:revision>3</cp:revision>
  <dcterms:created xsi:type="dcterms:W3CDTF">2018-09-08T13:56:22Z</dcterms:created>
  <dcterms:modified xsi:type="dcterms:W3CDTF">2018-09-08T14:23:40Z</dcterms:modified>
</cp:coreProperties>
</file>